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9050000" cx="28575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00">
          <p15:clr>
            <a:srgbClr val="747775"/>
          </p15:clr>
        </p15:guide>
        <p15:guide id="2" pos="90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00" orient="horz"/>
        <p:guide pos="900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041e7050_1_0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041e705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041e7050_1_15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041e705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041e7050_0_2:notes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041e70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041e7050_1_18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4041e705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041e7050_1_21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041e7050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4041e7050_1_24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4041e705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041e7050_1_27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4041e7050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1단계: WebSocket 연결 및 보안 검증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하드웨어 WSS 접속 요청 수신:</a:t>
            </a:r>
            <a:r>
              <a:rPr lang="ko">
                <a:solidFill>
                  <a:schemeClr val="dk1"/>
                </a:solidFill>
              </a:rPr>
              <a:t> 충전기가 보안 웹소켓(WSS)을 통해 서버에 접속을 시도합니다.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검증 ① 접속 경로가 </a:t>
            </a: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/ocpp</a:t>
            </a:r>
            <a:r>
              <a:rPr b="1" lang="ko">
                <a:solidFill>
                  <a:schemeClr val="dk1"/>
                </a:solidFill>
              </a:rPr>
              <a:t> 인가?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검증 ② Authorization Header가 유효한가? (인증 자격 확인)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검증 ③ Subprotocol이 </a:t>
            </a: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ocpp1.6</a:t>
            </a:r>
            <a:r>
              <a:rPr b="1" lang="ko">
                <a:solidFill>
                  <a:schemeClr val="dk1"/>
                </a:solidFill>
              </a:rPr>
              <a:t> 인가? (충전 통신 규격 확인)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2단계: 기기 인증 및 인증키 발급 : </a:t>
            </a:r>
            <a:r>
              <a:rPr lang="ko">
                <a:solidFill>
                  <a:schemeClr val="dk1"/>
                </a:solidFill>
              </a:rPr>
              <a:t>연결된 충전기가 처음 들어온 신규 장치인지 확인하고, 통신에 사용할 자격 증명(인증키)을 주는 단계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DB에 이미 등록된 장치인가?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아니오 (신규 장치인 경우):</a:t>
            </a:r>
            <a:r>
              <a:rPr lang="ko">
                <a:solidFill>
                  <a:schemeClr val="dk1"/>
                </a:solidFill>
              </a:rPr>
              <a:t> * 새로운 인증키를 생성하고 데이터베이스(DB)에 저장을 요청합니다.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인증키 DB 저장 성공인가?</a:t>
            </a:r>
            <a:r>
              <a:rPr lang="ko">
                <a:solidFill>
                  <a:schemeClr val="dk1"/>
                </a:solidFill>
              </a:rPr>
              <a:t> -&gt; 실패하면 </a:t>
            </a:r>
            <a:r>
              <a:rPr b="1" lang="ko">
                <a:solidFill>
                  <a:schemeClr val="dk1"/>
                </a:solidFill>
              </a:rPr>
              <a:t>실패 로그를 저장하고 종료</a:t>
            </a:r>
            <a:r>
              <a:rPr lang="ko">
                <a:solidFill>
                  <a:schemeClr val="dk1"/>
                </a:solidFill>
              </a:rPr>
              <a:t>하고, 성공하면 </a:t>
            </a:r>
            <a:r>
              <a:rPr b="1" lang="ko">
                <a:solidFill>
                  <a:schemeClr val="dk1"/>
                </a:solidFill>
              </a:rPr>
              <a:t>하드웨어에 인증키를 전달</a:t>
            </a:r>
            <a:r>
              <a:rPr lang="ko">
                <a:solidFill>
                  <a:schemeClr val="dk1"/>
                </a:solidFill>
              </a:rPr>
              <a:t>한 뒤 다음 단계로 이동합니다.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예 (기존에 등록된 장치인 경우):</a:t>
            </a:r>
            <a:r>
              <a:rPr lang="ko">
                <a:solidFill>
                  <a:schemeClr val="dk1"/>
                </a:solidFill>
              </a:rPr>
              <a:t> * 이미 등록된 기기이므로 '기존 장치 프로세스(초기/재접속) 분기'를 타고 아래 줄의 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BootNotification</a:t>
            </a:r>
            <a:r>
              <a:rPr lang="ko">
                <a:solidFill>
                  <a:schemeClr val="dk1"/>
                </a:solidFill>
              </a:rPr>
              <a:t> 단계로 바로 이동합니다.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3단계: BootNotification (부팅 및 승인) 단계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>
                <a:solidFill>
                  <a:schemeClr val="dk1"/>
                </a:solidFill>
              </a:rPr>
              <a:t>하드웨어 → 서버: BootNotification 요청 수신:</a:t>
            </a:r>
            <a:r>
              <a:rPr lang="ko">
                <a:solidFill>
                  <a:schemeClr val="dk1"/>
                </a:solidFill>
              </a:rPr>
              <a:t> 충전기가 제조사(vendor), 모델명(model), 일련번호(serial) 등의 정보를 서버로 보냅니다.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>
                <a:solidFill>
                  <a:schemeClr val="dk1"/>
                </a:solidFill>
              </a:rPr>
              <a:t>Charge Point 정보 DB 저장 요청:</a:t>
            </a:r>
            <a:r>
              <a:rPr lang="ko">
                <a:solidFill>
                  <a:schemeClr val="dk1"/>
                </a:solidFill>
              </a:rPr>
              <a:t> 서버는 받은 충전기 정보를 DB에 저장합니다.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>
                <a:solidFill>
                  <a:schemeClr val="dk1"/>
                </a:solidFill>
              </a:rPr>
              <a:t>CP 정보 DB 저장 성공인가?</a:t>
            </a:r>
            <a:endParaRPr b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>
                <a:solidFill>
                  <a:schemeClr val="dk1"/>
                </a:solidFill>
              </a:rPr>
              <a:t>아니오:</a:t>
            </a:r>
            <a:r>
              <a:rPr lang="ko">
                <a:solidFill>
                  <a:schemeClr val="dk1"/>
                </a:solidFill>
              </a:rPr>
              <a:t> 저치 저장에 실패하면 충전기에게 거절 신호(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BootNotification.conf (status=Rejected)</a:t>
            </a:r>
            <a:r>
              <a:rPr lang="ko">
                <a:solidFill>
                  <a:schemeClr val="dk1"/>
                </a:solidFill>
              </a:rPr>
              <a:t>)를 보내고, </a:t>
            </a:r>
            <a:r>
              <a:rPr b="1" lang="ko">
                <a:solidFill>
                  <a:schemeClr val="dk1"/>
                </a:solidFill>
              </a:rPr>
              <a:t>오류 로그를 저장한 뒤 종료</a:t>
            </a:r>
            <a:r>
              <a:rPr lang="ko">
                <a:solidFill>
                  <a:schemeClr val="dk1"/>
                </a:solidFill>
              </a:rPr>
              <a:t>합니다.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>
                <a:solidFill>
                  <a:schemeClr val="dk1"/>
                </a:solidFill>
              </a:rPr>
              <a:t>예:</a:t>
            </a:r>
            <a:r>
              <a:rPr lang="ko">
                <a:solidFill>
                  <a:schemeClr val="dk1"/>
                </a:solidFill>
              </a:rPr>
              <a:t> 성공하면 충전기에게 승인 신호(</a:t>
            </a:r>
            <a:r>
              <a:rPr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BootNotification.conf (status=Accepted)</a:t>
            </a:r>
            <a:r>
              <a:rPr lang="ko">
                <a:solidFill>
                  <a:schemeClr val="dk1"/>
                </a:solidFill>
              </a:rPr>
              <a:t>)를 반환합니다. 이제 충전기는 정상 동작 대기 상태가 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4041e7050_1_42:notes"/>
          <p:cNvSpPr/>
          <p:nvPr>
            <p:ph idx="2" type="sldImg"/>
          </p:nvPr>
        </p:nvSpPr>
        <p:spPr>
          <a:xfrm>
            <a:off x="857565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4041e7050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74089" y="2757685"/>
            <a:ext cx="26627100" cy="7602000"/>
          </a:xfrm>
          <a:prstGeom prst="rect">
            <a:avLst/>
          </a:prstGeom>
        </p:spPr>
        <p:txBody>
          <a:bodyPr anchorCtr="0" anchor="b" bIns="226550" lIns="226550" spcFirstLastPara="1" rIns="226550" wrap="square" tIns="226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1pPr>
            <a:lvl2pPr lvl="1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2pPr>
            <a:lvl3pPr lvl="2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3pPr>
            <a:lvl4pPr lvl="3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4pPr>
            <a:lvl5pPr lvl="4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5pPr>
            <a:lvl6pPr lvl="5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6pPr>
            <a:lvl7pPr lvl="6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7pPr>
            <a:lvl8pPr lvl="7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8pPr>
            <a:lvl9pPr lvl="8" algn="ctr">
              <a:spcBef>
                <a:spcPts val="0"/>
              </a:spcBef>
              <a:spcAft>
                <a:spcPts val="0"/>
              </a:spcAft>
              <a:buSzPts val="12885"/>
              <a:buNone/>
              <a:defRPr sz="12885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74063" y="10496759"/>
            <a:ext cx="26627100" cy="29352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974063" y="7966111"/>
            <a:ext cx="26627100" cy="31176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1pPr>
            <a:lvl2pPr lvl="1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2pPr>
            <a:lvl3pPr lvl="2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3pPr>
            <a:lvl4pPr lvl="3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4pPr>
            <a:lvl5pPr lvl="4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5pPr>
            <a:lvl6pPr lvl="5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6pPr>
            <a:lvl7pPr lvl="6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7pPr>
            <a:lvl8pPr lvl="7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8pPr>
            <a:lvl9pPr lvl="8" algn="ctr">
              <a:spcBef>
                <a:spcPts val="0"/>
              </a:spcBef>
              <a:spcAft>
                <a:spcPts val="0"/>
              </a:spcAft>
              <a:buSzPts val="8921"/>
              <a:buNone/>
              <a:defRPr sz="8921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974063" y="1648241"/>
            <a:ext cx="26627100" cy="21213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1pPr>
            <a:lvl2pPr lvl="1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2pPr>
            <a:lvl3pPr lvl="2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3pPr>
            <a:lvl4pPr lvl="3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4pPr>
            <a:lvl5pPr lvl="4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5pPr>
            <a:lvl6pPr lvl="5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6pPr>
            <a:lvl7pPr lvl="6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7pPr>
            <a:lvl8pPr lvl="7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8pPr>
            <a:lvl9pPr lvl="8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74063" y="4268426"/>
            <a:ext cx="26627100" cy="126531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511829" lvl="0" marL="457200">
              <a:spcBef>
                <a:spcPts val="0"/>
              </a:spcBef>
              <a:spcAft>
                <a:spcPts val="0"/>
              </a:spcAft>
              <a:buSzPts val="4460"/>
              <a:buChar char="●"/>
              <a:defRPr sz="4460"/>
            </a:lvl1pPr>
            <a:lvl2pPr indent="-448888" lvl="1" marL="9144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2pPr>
            <a:lvl3pPr indent="-448888" lvl="2" marL="13716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3pPr>
            <a:lvl4pPr indent="-448888" lvl="3" marL="18288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4pPr>
            <a:lvl5pPr indent="-448888" lvl="4" marL="22860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5pPr>
            <a:lvl6pPr indent="-448888" lvl="5" marL="27432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6pPr>
            <a:lvl7pPr indent="-448888" lvl="6" marL="32004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7pPr>
            <a:lvl8pPr indent="-448888" lvl="7" marL="36576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8pPr>
            <a:lvl9pPr indent="-448888" lvl="8" marL="41148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974063" y="1648241"/>
            <a:ext cx="26627100" cy="21213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1pPr>
            <a:lvl2pPr lvl="1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2pPr>
            <a:lvl3pPr lvl="2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3pPr>
            <a:lvl4pPr lvl="3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4pPr>
            <a:lvl5pPr lvl="4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5pPr>
            <a:lvl6pPr lvl="5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6pPr>
            <a:lvl7pPr lvl="6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7pPr>
            <a:lvl8pPr lvl="7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8pPr>
            <a:lvl9pPr lvl="8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974063" y="4268426"/>
            <a:ext cx="12499800" cy="126531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448888" lvl="0" marL="4572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1pPr>
            <a:lvl2pPr indent="-417419" lvl="1" marL="9144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2pPr>
            <a:lvl3pPr indent="-417419" lvl="2" marL="13716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3pPr>
            <a:lvl4pPr indent="-417419" lvl="3" marL="18288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4pPr>
            <a:lvl5pPr indent="-417419" lvl="4" marL="22860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5pPr>
            <a:lvl6pPr indent="-417419" lvl="5" marL="27432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6pPr>
            <a:lvl7pPr indent="-417419" lvl="6" marL="32004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7pPr>
            <a:lvl8pPr indent="-417419" lvl="7" marL="36576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8pPr>
            <a:lvl9pPr indent="-417419" lvl="8" marL="41148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5101250" y="4268426"/>
            <a:ext cx="12499800" cy="126531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448888" lvl="0" marL="4572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1pPr>
            <a:lvl2pPr indent="-417419" lvl="1" marL="9144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2pPr>
            <a:lvl3pPr indent="-417419" lvl="2" marL="13716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3pPr>
            <a:lvl4pPr indent="-417419" lvl="3" marL="18288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4pPr>
            <a:lvl5pPr indent="-417419" lvl="4" marL="22860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5pPr>
            <a:lvl6pPr indent="-417419" lvl="5" marL="27432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6pPr>
            <a:lvl7pPr indent="-417419" lvl="6" marL="32004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7pPr>
            <a:lvl8pPr indent="-417419" lvl="7" marL="36576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8pPr>
            <a:lvl9pPr indent="-417419" lvl="8" marL="41148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974063" y="1648241"/>
            <a:ext cx="26627100" cy="21213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1pPr>
            <a:lvl2pPr lvl="1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2pPr>
            <a:lvl3pPr lvl="2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3pPr>
            <a:lvl4pPr lvl="3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4pPr>
            <a:lvl5pPr lvl="4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5pPr>
            <a:lvl6pPr lvl="5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6pPr>
            <a:lvl7pPr lvl="6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7pPr>
            <a:lvl8pPr lvl="7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8pPr>
            <a:lvl9pPr lvl="8">
              <a:spcBef>
                <a:spcPts val="0"/>
              </a:spcBef>
              <a:spcAft>
                <a:spcPts val="0"/>
              </a:spcAft>
              <a:buSzPts val="6938"/>
              <a:buNone/>
              <a:defRPr sz="693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974063" y="2057778"/>
            <a:ext cx="8775600" cy="2798700"/>
          </a:xfrm>
          <a:prstGeom prst="rect">
            <a:avLst/>
          </a:prstGeom>
        </p:spPr>
        <p:txBody>
          <a:bodyPr anchorCtr="0" anchor="b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1pPr>
            <a:lvl2pPr lvl="1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2pPr>
            <a:lvl3pPr lvl="2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3pPr>
            <a:lvl4pPr lvl="3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4pPr>
            <a:lvl5pPr lvl="4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5pPr>
            <a:lvl6pPr lvl="5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6pPr>
            <a:lvl7pPr lvl="6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7pPr>
            <a:lvl8pPr lvl="7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8pPr>
            <a:lvl9pPr lvl="8">
              <a:spcBef>
                <a:spcPts val="0"/>
              </a:spcBef>
              <a:spcAft>
                <a:spcPts val="0"/>
              </a:spcAft>
              <a:buSzPts val="5947"/>
              <a:buNone/>
              <a:defRPr sz="594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974063" y="5146667"/>
            <a:ext cx="8775600" cy="117756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417419" lvl="0" marL="4572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1pPr>
            <a:lvl2pPr indent="-417419" lvl="1" marL="9144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2pPr>
            <a:lvl3pPr indent="-417419" lvl="2" marL="13716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3pPr>
            <a:lvl4pPr indent="-417419" lvl="3" marL="18288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4pPr>
            <a:lvl5pPr indent="-417419" lvl="4" marL="22860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5pPr>
            <a:lvl6pPr indent="-417419" lvl="5" marL="27432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6pPr>
            <a:lvl7pPr indent="-417419" lvl="6" marL="3200400">
              <a:spcBef>
                <a:spcPts val="0"/>
              </a:spcBef>
              <a:spcAft>
                <a:spcPts val="0"/>
              </a:spcAft>
              <a:buSzPts val="2974"/>
              <a:buChar char="●"/>
              <a:defRPr sz="2974"/>
            </a:lvl7pPr>
            <a:lvl8pPr indent="-417419" lvl="7" marL="3657600">
              <a:spcBef>
                <a:spcPts val="0"/>
              </a:spcBef>
              <a:spcAft>
                <a:spcPts val="0"/>
              </a:spcAft>
              <a:buSzPts val="2974"/>
              <a:buChar char="○"/>
              <a:defRPr sz="2974"/>
            </a:lvl8pPr>
            <a:lvl9pPr indent="-417419" lvl="8" marL="4114800">
              <a:spcBef>
                <a:spcPts val="0"/>
              </a:spcBef>
              <a:spcAft>
                <a:spcPts val="0"/>
              </a:spcAft>
              <a:buSzPts val="2974"/>
              <a:buChar char="■"/>
              <a:defRPr sz="2974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532031" y="1667222"/>
            <a:ext cx="19899300" cy="151512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1pPr>
            <a:lvl2pPr lvl="1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2pPr>
            <a:lvl3pPr lvl="2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3pPr>
            <a:lvl4pPr lvl="3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4pPr>
            <a:lvl5pPr lvl="4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5pPr>
            <a:lvl6pPr lvl="5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6pPr>
            <a:lvl7pPr lvl="6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7pPr>
            <a:lvl8pPr lvl="7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8pPr>
            <a:lvl9pPr lvl="8">
              <a:spcBef>
                <a:spcPts val="0"/>
              </a:spcBef>
              <a:spcAft>
                <a:spcPts val="0"/>
              </a:spcAft>
              <a:buSzPts val="11894"/>
              <a:buNone/>
              <a:defRPr sz="11894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4287500" y="-463"/>
            <a:ext cx="14287500" cy="190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26550" lIns="226550" spcFirstLastPara="1" rIns="226550" wrap="square" tIns="22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29687" y="4567315"/>
            <a:ext cx="12641100" cy="5490000"/>
          </a:xfrm>
          <a:prstGeom prst="rect">
            <a:avLst/>
          </a:prstGeom>
        </p:spPr>
        <p:txBody>
          <a:bodyPr anchorCtr="0" anchor="b" bIns="226550" lIns="226550" spcFirstLastPara="1" rIns="226550" wrap="square" tIns="226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7"/>
              <a:buNone/>
              <a:defRPr sz="1040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29687" y="10381759"/>
            <a:ext cx="12641100" cy="45744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4"/>
              <a:buNone/>
              <a:defRPr sz="5204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5435938" y="2681759"/>
            <a:ext cx="11990400" cy="13685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indent="-511829" lvl="0" marL="457200">
              <a:spcBef>
                <a:spcPts val="0"/>
              </a:spcBef>
              <a:spcAft>
                <a:spcPts val="0"/>
              </a:spcAft>
              <a:buSzPts val="4460"/>
              <a:buChar char="●"/>
              <a:defRPr sz="4460"/>
            </a:lvl1pPr>
            <a:lvl2pPr indent="-448888" lvl="1" marL="9144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2pPr>
            <a:lvl3pPr indent="-448888" lvl="2" marL="13716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3pPr>
            <a:lvl4pPr indent="-448888" lvl="3" marL="18288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4pPr>
            <a:lvl5pPr indent="-448888" lvl="4" marL="22860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5pPr>
            <a:lvl6pPr indent="-448888" lvl="5" marL="27432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6pPr>
            <a:lvl7pPr indent="-448888" lvl="6" marL="3200400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7pPr>
            <a:lvl8pPr indent="-448888" lvl="7" marL="3657600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8pPr>
            <a:lvl9pPr indent="-448888" lvl="8" marL="4114800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974063" y="15668796"/>
            <a:ext cx="18746400" cy="22413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60"/>
              <a:buNone/>
              <a:defRPr sz="446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974063" y="4096759"/>
            <a:ext cx="26627100" cy="7272300"/>
          </a:xfrm>
          <a:prstGeom prst="rect">
            <a:avLst/>
          </a:prstGeom>
        </p:spPr>
        <p:txBody>
          <a:bodyPr anchorCtr="0" anchor="b" bIns="226550" lIns="226550" spcFirstLastPara="1" rIns="226550" wrap="square" tIns="226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1pPr>
            <a:lvl2pPr lvl="1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2pPr>
            <a:lvl3pPr lvl="2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3pPr>
            <a:lvl4pPr lvl="3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4pPr>
            <a:lvl5pPr lvl="4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5pPr>
            <a:lvl6pPr lvl="5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6pPr>
            <a:lvl7pPr lvl="6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7pPr>
            <a:lvl8pPr lvl="7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8pPr>
            <a:lvl9pPr lvl="8" algn="ctr">
              <a:spcBef>
                <a:spcPts val="0"/>
              </a:spcBef>
              <a:spcAft>
                <a:spcPts val="0"/>
              </a:spcAft>
              <a:buSzPts val="29735"/>
              <a:buNone/>
              <a:defRPr sz="29735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974063" y="11674907"/>
            <a:ext cx="26627100" cy="4817700"/>
          </a:xfrm>
          <a:prstGeom prst="rect">
            <a:avLst/>
          </a:prstGeom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511829" lvl="0" marL="457200" algn="ctr">
              <a:spcBef>
                <a:spcPts val="0"/>
              </a:spcBef>
              <a:spcAft>
                <a:spcPts val="0"/>
              </a:spcAft>
              <a:buSzPts val="4460"/>
              <a:buChar char="●"/>
              <a:defRPr sz="4460"/>
            </a:lvl1pPr>
            <a:lvl2pPr indent="-448888" lvl="1" marL="914400" algn="ctr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2pPr>
            <a:lvl3pPr indent="-448888" lvl="2" marL="1371600" algn="ctr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3pPr>
            <a:lvl4pPr indent="-448888" lvl="3" marL="1828800" algn="ctr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4pPr>
            <a:lvl5pPr indent="-448888" lvl="4" marL="2286000" algn="ctr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5pPr>
            <a:lvl6pPr indent="-448888" lvl="5" marL="2743200" algn="ctr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6pPr>
            <a:lvl7pPr indent="-448888" lvl="6" marL="3200400" algn="ctr">
              <a:spcBef>
                <a:spcPts val="0"/>
              </a:spcBef>
              <a:spcAft>
                <a:spcPts val="0"/>
              </a:spcAft>
              <a:buSzPts val="3469"/>
              <a:buChar char="●"/>
              <a:defRPr sz="3469"/>
            </a:lvl7pPr>
            <a:lvl8pPr indent="-448888" lvl="7" marL="3657600" algn="ctr">
              <a:spcBef>
                <a:spcPts val="0"/>
              </a:spcBef>
              <a:spcAft>
                <a:spcPts val="0"/>
              </a:spcAft>
              <a:buSzPts val="3469"/>
              <a:buChar char="○"/>
              <a:defRPr sz="3469"/>
            </a:lvl8pPr>
            <a:lvl9pPr indent="-448888" lvl="8" marL="4114800" algn="ctr">
              <a:spcBef>
                <a:spcPts val="0"/>
              </a:spcBef>
              <a:spcAft>
                <a:spcPts val="0"/>
              </a:spcAft>
              <a:buSzPts val="3469"/>
              <a:buChar char="■"/>
              <a:defRPr sz="346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>
              <a:buNone/>
              <a:defRPr sz="2478"/>
            </a:lvl1pPr>
            <a:lvl2pPr lvl="1">
              <a:buNone/>
              <a:defRPr sz="2478"/>
            </a:lvl2pPr>
            <a:lvl3pPr lvl="2">
              <a:buNone/>
              <a:defRPr sz="2478"/>
            </a:lvl3pPr>
            <a:lvl4pPr lvl="3">
              <a:buNone/>
              <a:defRPr sz="2478"/>
            </a:lvl4pPr>
            <a:lvl5pPr lvl="4">
              <a:buNone/>
              <a:defRPr sz="2478"/>
            </a:lvl5pPr>
            <a:lvl6pPr lvl="5">
              <a:buNone/>
              <a:defRPr sz="2478"/>
            </a:lvl6pPr>
            <a:lvl7pPr lvl="6">
              <a:buNone/>
              <a:defRPr sz="2478"/>
            </a:lvl7pPr>
            <a:lvl8pPr lvl="7">
              <a:buNone/>
              <a:defRPr sz="2478"/>
            </a:lvl8pPr>
            <a:lvl9pPr lvl="8">
              <a:buNone/>
              <a:defRPr sz="2478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74063" y="1648241"/>
            <a:ext cx="26627100" cy="21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6550" lIns="226550" spcFirstLastPara="1" rIns="226550" wrap="square" tIns="226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38"/>
              <a:buNone/>
              <a:defRPr sz="693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74063" y="4268426"/>
            <a:ext cx="26627100" cy="12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6550" lIns="226550" spcFirstLastPara="1" rIns="226550" wrap="square" tIns="226550">
            <a:normAutofit/>
          </a:bodyPr>
          <a:lstStyle>
            <a:lvl1pPr indent="-511829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60"/>
              <a:buChar char="●"/>
              <a:defRPr sz="4460">
                <a:solidFill>
                  <a:schemeClr val="dk2"/>
                </a:solidFill>
              </a:defRPr>
            </a:lvl1pPr>
            <a:lvl2pPr indent="-44888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○"/>
              <a:defRPr sz="3469">
                <a:solidFill>
                  <a:schemeClr val="dk2"/>
                </a:solidFill>
              </a:defRPr>
            </a:lvl2pPr>
            <a:lvl3pPr indent="-44888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■"/>
              <a:defRPr sz="3469">
                <a:solidFill>
                  <a:schemeClr val="dk2"/>
                </a:solidFill>
              </a:defRPr>
            </a:lvl3pPr>
            <a:lvl4pPr indent="-44888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●"/>
              <a:defRPr sz="3469">
                <a:solidFill>
                  <a:schemeClr val="dk2"/>
                </a:solidFill>
              </a:defRPr>
            </a:lvl4pPr>
            <a:lvl5pPr indent="-44888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○"/>
              <a:defRPr sz="3469">
                <a:solidFill>
                  <a:schemeClr val="dk2"/>
                </a:solidFill>
              </a:defRPr>
            </a:lvl5pPr>
            <a:lvl6pPr indent="-44888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■"/>
              <a:defRPr sz="3469">
                <a:solidFill>
                  <a:schemeClr val="dk2"/>
                </a:solidFill>
              </a:defRPr>
            </a:lvl6pPr>
            <a:lvl7pPr indent="-44888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●"/>
              <a:defRPr sz="3469">
                <a:solidFill>
                  <a:schemeClr val="dk2"/>
                </a:solidFill>
              </a:defRPr>
            </a:lvl7pPr>
            <a:lvl8pPr indent="-44888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○"/>
              <a:defRPr sz="3469">
                <a:solidFill>
                  <a:schemeClr val="dk2"/>
                </a:solidFill>
              </a:defRPr>
            </a:lvl8pPr>
            <a:lvl9pPr indent="-448888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69"/>
              <a:buChar char="■"/>
              <a:defRPr sz="346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6476431" y="17271173"/>
            <a:ext cx="1714500" cy="14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6550" lIns="226550" spcFirstLastPara="1" rIns="226550" wrap="square" tIns="226550">
            <a:normAutofit/>
          </a:bodyPr>
          <a:lstStyle>
            <a:lvl1pPr lvl="0" algn="r">
              <a:buNone/>
              <a:defRPr sz="2478">
                <a:solidFill>
                  <a:schemeClr val="dk2"/>
                </a:solidFill>
              </a:defRPr>
            </a:lvl1pPr>
            <a:lvl2pPr lvl="1" algn="r">
              <a:buNone/>
              <a:defRPr sz="2478">
                <a:solidFill>
                  <a:schemeClr val="dk2"/>
                </a:solidFill>
              </a:defRPr>
            </a:lvl2pPr>
            <a:lvl3pPr lvl="2" algn="r">
              <a:buNone/>
              <a:defRPr sz="2478">
                <a:solidFill>
                  <a:schemeClr val="dk2"/>
                </a:solidFill>
              </a:defRPr>
            </a:lvl3pPr>
            <a:lvl4pPr lvl="3" algn="r">
              <a:buNone/>
              <a:defRPr sz="2478">
                <a:solidFill>
                  <a:schemeClr val="dk2"/>
                </a:solidFill>
              </a:defRPr>
            </a:lvl4pPr>
            <a:lvl5pPr lvl="4" algn="r">
              <a:buNone/>
              <a:defRPr sz="2478">
                <a:solidFill>
                  <a:schemeClr val="dk2"/>
                </a:solidFill>
              </a:defRPr>
            </a:lvl5pPr>
            <a:lvl6pPr lvl="5" algn="r">
              <a:buNone/>
              <a:defRPr sz="2478">
                <a:solidFill>
                  <a:schemeClr val="dk2"/>
                </a:solidFill>
              </a:defRPr>
            </a:lvl6pPr>
            <a:lvl7pPr lvl="6" algn="r">
              <a:buNone/>
              <a:defRPr sz="2478">
                <a:solidFill>
                  <a:schemeClr val="dk2"/>
                </a:solidFill>
              </a:defRPr>
            </a:lvl7pPr>
            <a:lvl8pPr lvl="7" algn="r">
              <a:buNone/>
              <a:defRPr sz="2478">
                <a:solidFill>
                  <a:schemeClr val="dk2"/>
                </a:solidFill>
              </a:defRPr>
            </a:lvl8pPr>
            <a:lvl9pPr lvl="8" algn="r">
              <a:buNone/>
              <a:defRPr sz="2478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44" y="2923381"/>
            <a:ext cx="18600494" cy="104683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2.1 하드웨어-서버 접속 프로세스 (최초 1회 접속)</a:t>
            </a:r>
            <a:endParaRPr b="1" sz="446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3. </a:t>
            </a:r>
            <a:endParaRPr b="1" sz="4460">
              <a:solidFill>
                <a:srgbClr val="FFFFFF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104" y="1407716"/>
            <a:ext cx="19447851" cy="10945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4</a:t>
            </a:r>
            <a:r>
              <a:rPr b="1" lang="ko" sz="4460">
                <a:solidFill>
                  <a:srgbClr val="FFFFFF"/>
                </a:solidFill>
              </a:rPr>
              <a:t>. </a:t>
            </a:r>
            <a:r>
              <a:rPr b="1" lang="ko" sz="4456">
                <a:solidFill>
                  <a:schemeClr val="lt1"/>
                </a:solidFill>
              </a:rPr>
              <a:t>UID / 장치 ID / 비밀번호 / 인증 </a:t>
            </a:r>
            <a:endParaRPr b="1" sz="4456">
              <a:solidFill>
                <a:srgbClr val="FFFFFF"/>
              </a:solidFill>
            </a:endParaRPr>
          </a:p>
        </p:txBody>
      </p:sp>
      <p:pic>
        <p:nvPicPr>
          <p:cNvPr id="67" name="Google Shape;67;p15" title="4. UID _ 장치 ID _ 비밀번호 _ 인증 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719" y="1353641"/>
            <a:ext cx="7078889" cy="16099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948" y="2477781"/>
            <a:ext cx="21973687" cy="1236677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chemeClr val="lt1"/>
                </a:solidFill>
              </a:rPr>
              <a:t>2.2 하드웨어-서버 접속 프로세스 (초기, 재접속)</a:t>
            </a:r>
            <a:endParaRPr b="1" sz="446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5</a:t>
            </a:r>
            <a:r>
              <a:rPr b="1" lang="ko" sz="4460">
                <a:solidFill>
                  <a:srgbClr val="FFFFFF"/>
                </a:solidFill>
              </a:rPr>
              <a:t>. 연결 유지 방식</a:t>
            </a:r>
            <a:endParaRPr b="1" sz="4460">
              <a:solidFill>
                <a:srgbClr val="FFFFFF"/>
              </a:solidFill>
            </a:endParaRPr>
          </a:p>
        </p:txBody>
      </p:sp>
      <p:pic>
        <p:nvPicPr>
          <p:cNvPr id="79" name="Google Shape;79;p17" title="알고리즘_flowchart_연결유지_v0.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600"/>
            <a:ext cx="28422600" cy="989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6. 연결 끊김 후 재접속 방식</a:t>
            </a:r>
            <a:endParaRPr b="1" sz="4460">
              <a:solidFill>
                <a:srgbClr val="FFFFFF"/>
              </a:solidFill>
            </a:endParaRPr>
          </a:p>
        </p:txBody>
      </p:sp>
      <p:pic>
        <p:nvPicPr>
          <p:cNvPr id="85" name="Google Shape;85;p18" title="알고리즘_flowchart_연결 끊김 후 재접속_v0.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600"/>
            <a:ext cx="28422600" cy="15440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7. </a:t>
            </a:r>
            <a:r>
              <a:rPr b="1" lang="ko" sz="4456">
                <a:solidFill>
                  <a:schemeClr val="lt1"/>
                </a:solidFill>
              </a:rPr>
              <a:t> QR 후스캔 시나리오 - 차량에 충전 커넥터 먼저 연결 후 QR 스캔</a:t>
            </a:r>
            <a:endParaRPr b="1" sz="4456">
              <a:solidFill>
                <a:srgbClr val="FFFFFF"/>
              </a:solidFill>
            </a:endParaRPr>
          </a:p>
        </p:txBody>
      </p:sp>
      <p:pic>
        <p:nvPicPr>
          <p:cNvPr id="91" name="Google Shape;91;p19" title="알고리즘_flowchart_QR 후스캔 시나리오 - 차량에 충전 커넥터 먼저 연결 후 QR 스캔_v0.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600"/>
            <a:ext cx="22597243" cy="177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8</a:t>
            </a:r>
            <a:r>
              <a:rPr b="1" lang="ko" sz="4456">
                <a:solidFill>
                  <a:srgbClr val="FFFFFF"/>
                </a:solidFill>
              </a:rPr>
              <a:t>. </a:t>
            </a:r>
            <a:r>
              <a:rPr b="1" lang="ko" sz="4456">
                <a:solidFill>
                  <a:schemeClr val="lt1"/>
                </a:solidFill>
              </a:rPr>
              <a:t>QR 선스캔 시나리오 - QR을 먼저 스캔한 후 차량에 커넥터를 꽂는 방식</a:t>
            </a:r>
            <a:endParaRPr b="1" sz="4456">
              <a:solidFill>
                <a:srgbClr val="FFFFFF"/>
              </a:solidFill>
            </a:endParaRPr>
          </a:p>
        </p:txBody>
      </p:sp>
      <p:pic>
        <p:nvPicPr>
          <p:cNvPr id="97" name="Google Shape;97;p20" title="알고리즘_flowchart_QR 선스캔 시나리오 - QR을 먼저 스캔한 후 차량에 커넥터를 꽂는 방식_v0.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600"/>
            <a:ext cx="28422600" cy="16875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/>
        </p:nvSpPr>
        <p:spPr>
          <a:xfrm>
            <a:off x="-2" y="0"/>
            <a:ext cx="28575000" cy="1144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226550" lIns="226550" spcFirstLastPara="1" rIns="226550" wrap="square" tIns="226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460">
                <a:solidFill>
                  <a:srgbClr val="FFFFFF"/>
                </a:solidFill>
              </a:rPr>
              <a:t>9</a:t>
            </a:r>
            <a:r>
              <a:rPr b="1" lang="ko" sz="4460">
                <a:solidFill>
                  <a:srgbClr val="FFFFFF"/>
                </a:solidFill>
              </a:rPr>
              <a:t>. 충전 시작 - 완료 - 결제 프로세스 </a:t>
            </a:r>
            <a:endParaRPr b="1" sz="4460">
              <a:solidFill>
                <a:srgbClr val="FFFFFF"/>
              </a:solidFill>
            </a:endParaRPr>
          </a:p>
        </p:txBody>
      </p:sp>
      <p:pic>
        <p:nvPicPr>
          <p:cNvPr id="103" name="Google Shape;103;p21" title="알고리즘_flowchart_충전시작완료결제_v0.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6600"/>
            <a:ext cx="28422600" cy="1066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