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39,700+건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39,700+건의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6개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테이블 1개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7개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39,700+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선불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선불 (미수금 차단)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선불 Wallet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 데이터로 잔액 대조·즉시 차감 → 미수금 원천 차단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선불 Wallet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잔액 0 도달 시 충전 자동 종료 (미수금 0)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선불 Wallet → 미수금 0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39,700+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3,083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2026-06-13T23:50:51Z</dcterms:created>
  <dcterms:modified xsi:type="dcterms:W3CDTF">2026-06-13T23:50:51Z</dcterms:modified>
</cp:coreProperties>
</file>