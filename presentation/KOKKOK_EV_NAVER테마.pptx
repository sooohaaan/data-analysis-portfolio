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39,700+건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39,700+건의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6개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테이블 1개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7개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39,700+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(사용한도 후불)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계량으로 사용량·사용한도 관리 → 한도 내 사용 후 후불 정산, 미수금 방지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wallet 충전식 결제(사용한도 후불)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한도 내 사용 후 후불 정산 · 한도 도달 시 충전 자동 종료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결제(사용한도 후불) → 미수금 방지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39,700+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3,085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2026-06-14T00:37:47Z</dcterms:created>
  <dcterms:modified xsi:type="dcterms:W3CDTF">2026-06-14T00:37:47Z</dcterms:modified>
</cp:coreProperties>
</file>