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38,600+건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p.38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38,600+건의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 · DRD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요구사항 정의(DRD) — 수집 전에 무엇을·왜·얼마나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7040880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6916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질문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58184" y="1691640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필요 데이터 (테이블)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211226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21122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앱의 #1 불만은?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39896" y="211226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앱 리뷰 + 감성·키워드  ·  app_reviews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66090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26609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SW(앱) vs HW(충전기) 문제?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39896" y="266090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충전기·OCPP 뉴스  ·  news_articles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20954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320954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슈퍼앱의 EV 통합 전략은?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39896" y="320954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  ·  superapp_reviews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75818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" y="3758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시장·정책·경쟁은?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739896" y="375818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 뉴스 + SoV  ·  news_articles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30682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43068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맥락·여정은?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739896" y="43068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자막·댓글  ·  youtube_*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485546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48554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거시·요금 정량 근거는?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739896" y="485546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통계·단가/IR  ·  reference_stats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900416" y="1691640"/>
            <a:ext cx="3724351" cy="3712464"/>
          </a:xfrm>
          <a:prstGeom prst="roundRect">
            <a:avLst>
              <a:gd name="adj" fmla="val 197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0416" y="1691640"/>
            <a:ext cx="128016" cy="37124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8211312" y="1874520"/>
            <a:ext cx="31757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기준 — 품질·신뢰도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8211312" y="248716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1" name="Text 39"/>
          <p:cNvSpPr/>
          <p:nvPr/>
        </p:nvSpPr>
        <p:spPr>
          <a:xfrm>
            <a:off x="8467344" y="2404872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표본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단위(앱)당 부정 리뷰 ≥ 약 300건 — 미달 시 비교군 대체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11312" y="325526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3" name="Text 41"/>
          <p:cNvSpPr/>
          <p:nvPr/>
        </p:nvSpPr>
        <p:spPr>
          <a:xfrm>
            <a:off x="8467344" y="3172968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 신뢰도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&gt; igo &gt; secondary · 시장조사업체 추정치 배제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11312" y="402336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8467344" y="3941064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 엔티티·식별자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ID로 동일성·중복 사전 식별 (Green SM = V-Green)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11312" y="4791456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8467344" y="4709160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완전성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→ 감성 → 키워드 (충전 도메인은 2계층)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556869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5568696"/>
            <a:ext cx="146304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78408" y="5568696"/>
            <a:ext cx="1023487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먼저 정의했나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요구사항을 선(先)정의해 LOCA 리뷰 7건·Green SM=V-Green 동일 앱·VOC↔뉴스 목적 분리 리스크를 수집 전에 식별.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(탐색 중 생긴 슈퍼앱·HW 가설은 사후 추가 — 정상적 탐색 특성)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7개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+ 참조통계 2개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9개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38,600+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계획 →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(사용한도 후불)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계량으로 사용량·사용한도 관리 → 한도 내 사용 후 후불 정산, 미수금 방지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wallet 충전식 결제(사용한도 후불)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한도 내 사용 후 후불 정산 · 한도 도달 시 충전 자동 종료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결제(사용한도 후불) → 미수금 방지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38,600+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3,085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2026-06-15T09:04:11Z</dcterms:created>
  <dcterms:modified xsi:type="dcterms:W3CDTF">2026-06-15T09:04:11Z</dcterms:modified>
</cp:coreProperties>
</file>